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80" r:id="rId8"/>
    <p:sldId id="287" r:id="rId9"/>
    <p:sldId id="288" r:id="rId10"/>
    <p:sldId id="286" r:id="rId11"/>
    <p:sldId id="289" r:id="rId12"/>
    <p:sldId id="29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0655" autoAdjust="0"/>
  </p:normalViewPr>
  <p:slideViewPr>
    <p:cSldViewPr snapToGrid="0">
      <p:cViewPr varScale="1">
        <p:scale>
          <a:sx n="108" d="100"/>
          <a:sy n="108" d="100"/>
        </p:scale>
        <p:origin x="114" y="28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4/1/2024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4/1/2024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879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7460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031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005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640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dirty="0"/>
              <a:t>SPRINT REVIEW 2</a:t>
            </a:r>
            <a:br>
              <a:rPr lang="en-US" dirty="0"/>
            </a:br>
            <a:r>
              <a:rPr lang="en-US" sz="2000" dirty="0"/>
              <a:t>Rescue my girl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GAME </a:t>
            </a:r>
            <a:r>
              <a:rPr lang="en-US" dirty="0" err="1"/>
              <a:t>introductie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674013"/>
            <a:ext cx="3098457" cy="3269589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Vriendin</a:t>
            </a:r>
            <a:r>
              <a:rPr lang="en-US" dirty="0"/>
              <a:t> </a:t>
            </a:r>
            <a:r>
              <a:rPr lang="en-US" dirty="0" err="1"/>
              <a:t>ontvoerd</a:t>
            </a:r>
            <a:r>
              <a:rPr lang="en-US" dirty="0"/>
              <a:t> in hotel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Zoek</a:t>
            </a:r>
            <a:r>
              <a:rPr lang="en-US" dirty="0"/>
              <a:t> clue’s </a:t>
            </a:r>
            <a:r>
              <a:rPr lang="en-US" dirty="0" err="1"/>
              <a:t>en</a:t>
            </a:r>
            <a:r>
              <a:rPr lang="en-US" dirty="0"/>
              <a:t> items om </a:t>
            </a:r>
            <a:r>
              <a:rPr lang="en-US" dirty="0" err="1"/>
              <a:t>haar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redden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956" y="268360"/>
            <a:ext cx="7226643" cy="786083"/>
          </a:xfrm>
        </p:spPr>
        <p:txBody>
          <a:bodyPr/>
          <a:lstStyle/>
          <a:p>
            <a:r>
              <a:rPr lang="en-US" dirty="0"/>
              <a:t>Gameplay overview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3211C0B-A285-B6A8-D395-078483584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45" y="1455938"/>
            <a:ext cx="4864520" cy="506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488" y="1978661"/>
            <a:ext cx="3940518" cy="534909"/>
          </a:xfrm>
        </p:spPr>
        <p:txBody>
          <a:bodyPr>
            <a:normAutofit fontScale="90000"/>
          </a:bodyPr>
          <a:lstStyle/>
          <a:p>
            <a:r>
              <a:rPr lang="en-US" dirty="0"/>
              <a:t>USER STORIES - </a:t>
            </a:r>
            <a:br>
              <a:rPr lang="en-US" dirty="0"/>
            </a:br>
            <a:r>
              <a:rPr lang="en-US" dirty="0"/>
              <a:t>VU DAN VU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667FC5-9D60-FA86-27A1-773FC57EB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473" y="1014900"/>
            <a:ext cx="5543105" cy="4828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99FDC4-D365-5DD1-123D-9F36BE563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75" y="3895725"/>
            <a:ext cx="5546331" cy="179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279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488" y="1978661"/>
            <a:ext cx="3940518" cy="534909"/>
          </a:xfrm>
        </p:spPr>
        <p:txBody>
          <a:bodyPr>
            <a:normAutofit fontScale="90000"/>
          </a:bodyPr>
          <a:lstStyle/>
          <a:p>
            <a:r>
              <a:rPr lang="en-US" dirty="0"/>
              <a:t>USER STORIES - </a:t>
            </a:r>
            <a:br>
              <a:rPr lang="en-US" dirty="0"/>
            </a:br>
            <a:r>
              <a:rPr lang="en-US" dirty="0"/>
              <a:t>JADEN KASIMBERG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E3DF0F-4B3C-1CD2-D8F0-10B8D1A6E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9" y="3993560"/>
            <a:ext cx="5569717" cy="18495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B18BEE-E6D5-2C73-A790-9E8FBDF09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473" y="1120674"/>
            <a:ext cx="5543105" cy="461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595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488" y="1978661"/>
            <a:ext cx="3940518" cy="534909"/>
          </a:xfrm>
        </p:spPr>
        <p:txBody>
          <a:bodyPr>
            <a:normAutofit fontScale="90000"/>
          </a:bodyPr>
          <a:lstStyle/>
          <a:p>
            <a:r>
              <a:rPr lang="en-US" dirty="0"/>
              <a:t>USER STORIES - </a:t>
            </a:r>
            <a:br>
              <a:rPr lang="en-US" dirty="0"/>
            </a:br>
            <a:r>
              <a:rPr lang="en-US" dirty="0"/>
              <a:t>RAMON VERHEUVEL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5609AB-B793-E569-0606-B438E9688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948" y="1014900"/>
            <a:ext cx="5543105" cy="4828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25C814-8145-3904-658B-7D6FFD518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75" y="3895725"/>
            <a:ext cx="5546331" cy="219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497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488" y="1978661"/>
            <a:ext cx="3940518" cy="534909"/>
          </a:xfrm>
        </p:spPr>
        <p:txBody>
          <a:bodyPr>
            <a:normAutofit fontScale="90000"/>
          </a:bodyPr>
          <a:lstStyle/>
          <a:p>
            <a:r>
              <a:rPr lang="en-US" dirty="0"/>
              <a:t>USER STORIES - </a:t>
            </a:r>
            <a:br>
              <a:rPr lang="en-US" dirty="0"/>
            </a:br>
            <a:r>
              <a:rPr lang="en-US" dirty="0"/>
              <a:t>JAYDAN LYNCH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CA8043-AEE5-0204-7182-162D2FA4D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59" y="4071894"/>
            <a:ext cx="5445815" cy="16654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C6EAF4-81A1-05BA-7657-981BD4891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851" y="1120675"/>
            <a:ext cx="5212348" cy="461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622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488" y="1978661"/>
            <a:ext cx="3940518" cy="534909"/>
          </a:xfrm>
        </p:spPr>
        <p:txBody>
          <a:bodyPr>
            <a:normAutofit fontScale="90000"/>
          </a:bodyPr>
          <a:lstStyle/>
          <a:p>
            <a:r>
              <a:rPr lang="en-US" dirty="0"/>
              <a:t>USER STORIES - </a:t>
            </a:r>
            <a:br>
              <a:rPr lang="en-US" dirty="0"/>
            </a:br>
            <a:r>
              <a:rPr lang="en-US" dirty="0"/>
              <a:t>JODY </a:t>
            </a:r>
            <a:r>
              <a:rPr lang="en-US" dirty="0" err="1"/>
              <a:t>Sowidjojo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47E90D-5B75-6267-B3AE-951BF4BBA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91" y="4028324"/>
            <a:ext cx="5445815" cy="18350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C324DC-3CB1-EBF1-B6F7-9E3789EE0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564" y="1292793"/>
            <a:ext cx="5212971" cy="457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712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BEDANKT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r>
              <a:rPr lang="en-US" dirty="0"/>
              <a:t>Jody </a:t>
            </a:r>
            <a:r>
              <a:rPr lang="en-US" dirty="0" err="1"/>
              <a:t>Sowidjojo</a:t>
            </a:r>
            <a:endParaRPr lang="en-US" dirty="0"/>
          </a:p>
          <a:p>
            <a:r>
              <a:rPr lang="en-US" dirty="0"/>
              <a:t>Jaden </a:t>
            </a:r>
            <a:r>
              <a:rPr lang="en-US" dirty="0" err="1"/>
              <a:t>Kasimbeg</a:t>
            </a:r>
            <a:endParaRPr lang="en-US" dirty="0"/>
          </a:p>
          <a:p>
            <a:r>
              <a:rPr lang="en-US" dirty="0"/>
              <a:t>Vu Dan Vu</a:t>
            </a:r>
          </a:p>
          <a:p>
            <a:r>
              <a:rPr lang="en-US" dirty="0"/>
              <a:t>Jaydan Lynch</a:t>
            </a:r>
          </a:p>
          <a:p>
            <a:r>
              <a:rPr lang="en-US" dirty="0"/>
              <a:t>Ramon Verheuvel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{FCF69C43-B988-435D-B374-58FF8F3F1027}tf67328976_win32</Template>
  <TotalTime>127</TotalTime>
  <Words>85</Words>
  <Application>Microsoft Office PowerPoint</Application>
  <PresentationFormat>Widescreen</PresentationFormat>
  <Paragraphs>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Tenorite</vt:lpstr>
      <vt:lpstr>Custom</vt:lpstr>
      <vt:lpstr>SPRINT REVIEW 2 Rescue my girl</vt:lpstr>
      <vt:lpstr>GAME introductie</vt:lpstr>
      <vt:lpstr>Gameplay overview</vt:lpstr>
      <vt:lpstr>DEMO</vt:lpstr>
      <vt:lpstr>USER STORIES -  VU DAN VU</vt:lpstr>
      <vt:lpstr>USER STORIES -  JADEN KASIMBERG</vt:lpstr>
      <vt:lpstr>USER STORIES -  RAMON VERHEUVEL</vt:lpstr>
      <vt:lpstr>USER STORIES -  JAYDAN LYNCH</vt:lpstr>
      <vt:lpstr>USER STORIES -  JODY Sowidjojo</vt:lpstr>
      <vt:lpstr>BEDANKT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REVIEW 2 Rescue my girl</dc:title>
  <dc:creator>Rosé Lam</dc:creator>
  <cp:lastModifiedBy>Rosé Lam</cp:lastModifiedBy>
  <cp:revision>1</cp:revision>
  <dcterms:created xsi:type="dcterms:W3CDTF">2024-04-01T09:41:05Z</dcterms:created>
  <dcterms:modified xsi:type="dcterms:W3CDTF">2024-04-01T11:48:20Z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